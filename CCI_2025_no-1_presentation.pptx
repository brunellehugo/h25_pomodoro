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2" r:id="rId6"/>
    <p:sldId id="263" r:id="rId7"/>
    <p:sldId id="259" r:id="rId8"/>
    <p:sldId id="260" r:id="rId9"/>
  </p:sldIdLst>
  <p:sldSz cx="14630400" cy="8229600"/>
  <p:notesSz cx="8229600" cy="14630400"/>
  <p:embeddedFontLst>
    <p:embeddedFont>
      <p:font typeface="Syne" panose="020B0604020202020204" charset="0"/>
      <p:regular r:id="rId11"/>
    </p:embeddedFont>
    <p:embeddedFont>
      <p:font typeface="Syne Extra Bold" panose="020B0604020202020204" charset="0"/>
      <p:regular r:id="rId12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4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734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Pomodedouche (Minuteur Pomodoro)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Pomodedouche améliore la concentration grâce à un minuteur compact et USB-C. Ce projet CCI 2025 intègre un PCB circulaire et un encodeur rotatif.</a:t>
            </a:r>
            <a:endParaRPr lang="en-US" sz="17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2B8E55D-9BD5-A5F1-A620-0E5DE8D46875}"/>
              </a:ext>
            </a:extLst>
          </p:cNvPr>
          <p:cNvSpPr/>
          <p:nvPr/>
        </p:nvSpPr>
        <p:spPr>
          <a:xfrm>
            <a:off x="793790" y="605111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Équipe 1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</a:rPr>
              <a:t>Hugo Brunelle et Maxime Gravel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143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Présentation du projet Pomodedouche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75973"/>
            <a:ext cx="39496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Composants clés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5711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Microcontrôleur ESP32-C3FH4X avec Wi-Fi et Bluetooth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9931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Écran OLED 0,96" pour affichage net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44151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Encodeur rotatif DIY à LED infrarouge et phototransistors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975973"/>
            <a:ext cx="62447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Caractéristiques techniques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91144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Alimentation USB-C sécurisée avec protections complètes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35364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PCB circulaire 2,9 cm, 4 couches pour compacité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79584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Interface intuitive pour sélectionner durée d’étude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3298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34960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Respect des contraintes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280190" y="2216944"/>
            <a:ext cx="7556421" cy="1191339"/>
          </a:xfrm>
          <a:prstGeom prst="roundRect">
            <a:avLst>
              <a:gd name="adj" fmla="val 719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" name="Text 2"/>
          <p:cNvSpPr/>
          <p:nvPr/>
        </p:nvSpPr>
        <p:spPr>
          <a:xfrm>
            <a:off x="6491883" y="2428637"/>
            <a:ext cx="320456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Budget maîtrisé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91883" y="2869882"/>
            <a:ext cx="713303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Coût final inférieur à </a:t>
            </a:r>
            <a:r>
              <a:rPr lang="en-US" sz="1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30$</a:t>
            </a:r>
            <a:r>
              <a:rPr lang="en-US" sz="16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80190" y="3612356"/>
            <a:ext cx="7556421" cy="1191339"/>
          </a:xfrm>
          <a:prstGeom prst="roundRect">
            <a:avLst>
              <a:gd name="adj" fmla="val 719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6491883" y="382404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Technologie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91883" y="4265295"/>
            <a:ext cx="713303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Intégration USB-C, OLED et encodeur DIY respectée.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80190" y="5007769"/>
            <a:ext cx="7556421" cy="1191339"/>
          </a:xfrm>
          <a:prstGeom prst="roundRect">
            <a:avLst>
              <a:gd name="adj" fmla="val 719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Text 8"/>
          <p:cNvSpPr/>
          <p:nvPr/>
        </p:nvSpPr>
        <p:spPr>
          <a:xfrm>
            <a:off x="6491883" y="521946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Dimensions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91883" y="5660708"/>
            <a:ext cx="713303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PCB circulaire conforme : environ 2,9 cm diamètre.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80190" y="6403181"/>
            <a:ext cx="7556421" cy="1191339"/>
          </a:xfrm>
          <a:prstGeom prst="roundRect">
            <a:avLst>
              <a:gd name="adj" fmla="val 719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4" name="Text 11"/>
          <p:cNvSpPr/>
          <p:nvPr/>
        </p:nvSpPr>
        <p:spPr>
          <a:xfrm>
            <a:off x="6491883" y="6614874"/>
            <a:ext cx="322695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Documentation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91883" y="7056120"/>
            <a:ext cx="713303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Fichiers Gerber et documentation technique fournis.</a:t>
            </a:r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555A97-E9C9-6E39-3A16-AA7BED1F93F2}"/>
              </a:ext>
            </a:extLst>
          </p:cNvPr>
          <p:cNvSpPr/>
          <p:nvPr/>
        </p:nvSpPr>
        <p:spPr>
          <a:xfrm>
            <a:off x="1047964" y="6880792"/>
            <a:ext cx="1489753" cy="350655"/>
          </a:xfrm>
          <a:prstGeom prst="rect">
            <a:avLst/>
          </a:prstGeom>
          <a:solidFill>
            <a:srgbClr val="000403"/>
          </a:solidFill>
          <a:ln>
            <a:solidFill>
              <a:srgbClr val="0004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diagramme, Plan, carte&#10;&#10;Le contenu généré par l’IA peut être incorrect.">
            <a:extLst>
              <a:ext uri="{FF2B5EF4-FFF2-40B4-BE49-F238E27FC236}">
                <a16:creationId xmlns:a16="http://schemas.microsoft.com/office/drawing/2014/main" id="{20DCB4B5-82F9-C0BD-8F2E-E4C6E4748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63" y="432873"/>
            <a:ext cx="11545911" cy="736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731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diagramme, nombre&#10;&#10;Le contenu généré par l’IA peut être incorrect.">
            <a:extLst>
              <a:ext uri="{FF2B5EF4-FFF2-40B4-BE49-F238E27FC236}">
                <a16:creationId xmlns:a16="http://schemas.microsoft.com/office/drawing/2014/main" id="{DD3BC790-F714-108B-6635-EA5842CC4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133" y="386920"/>
            <a:ext cx="7236134" cy="745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674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diagramme, ligne, Rectangle&#10;&#10;Le contenu généré par l’IA peut être incorrect.">
            <a:extLst>
              <a:ext uri="{FF2B5EF4-FFF2-40B4-BE49-F238E27FC236}">
                <a16:creationId xmlns:a16="http://schemas.microsoft.com/office/drawing/2014/main" id="{9FFB0BB5-3FF4-B037-BCA6-5424C8C8D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534" y="510950"/>
            <a:ext cx="10431331" cy="4248743"/>
          </a:xfrm>
          <a:prstGeom prst="rect">
            <a:avLst/>
          </a:prstGeom>
        </p:spPr>
      </p:pic>
      <p:pic>
        <p:nvPicPr>
          <p:cNvPr id="5" name="Image 4" descr="Une image contenant texte, diagramme, ligne, Police&#10;&#10;Le contenu généré par l’IA peut être incorrect.">
            <a:extLst>
              <a:ext uri="{FF2B5EF4-FFF2-40B4-BE49-F238E27FC236}">
                <a16:creationId xmlns:a16="http://schemas.microsoft.com/office/drawing/2014/main" id="{510B2146-8D4D-0BE8-29EC-4B9112C74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036" y="5253196"/>
            <a:ext cx="6992326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665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406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Démonstration de l'interface utilisateur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02693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1530906" y="4026932"/>
            <a:ext cx="43013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Navigation intuitive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4517350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Réglage facile via encodeur rotatif optoélectronique.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667" y="402693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8165783" y="4026932"/>
            <a:ext cx="32514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Affichage clair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65783" y="4517350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Durée Pomodoro visible sur écran OLED 0,96".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36221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0" name="Text 8"/>
          <p:cNvSpPr/>
          <p:nvPr/>
        </p:nvSpPr>
        <p:spPr>
          <a:xfrm>
            <a:off x="1530906" y="5362218"/>
            <a:ext cx="36915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Feedback visuel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30906" y="5852636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Démarrage/arrêt avec indication immédiate.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667" y="536221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8165783" y="5362218"/>
            <a:ext cx="40205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Présentation PCB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65783" y="5852636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Explication rapide du circuit et fonctionnement optique.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455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Période de questions et perspectives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52274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8022" y="3179088"/>
            <a:ext cx="48853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Questions techniques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68022" y="3669506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Conception, choix composants, USB-C, débogage.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313158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68022" y="4539972"/>
            <a:ext cx="4714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Pistes d'amélioration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268022" y="5030391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Version batterie et simplification du circuit envisagées.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674042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68022" y="5900857"/>
            <a:ext cx="42344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Discussion ouverte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268022" y="6391275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Échanges constructifs avec juges du CCI 2025.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209</Words>
  <Application>Microsoft Office PowerPoint</Application>
  <PresentationFormat>Personnalisé</PresentationFormat>
  <Paragraphs>43</Paragraphs>
  <Slides>8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Syne</vt:lpstr>
      <vt:lpstr>Arial</vt:lpstr>
      <vt:lpstr>Syne Extra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Hugo Brunelle</cp:lastModifiedBy>
  <cp:revision>4</cp:revision>
  <dcterms:created xsi:type="dcterms:W3CDTF">2025-04-27T19:08:29Z</dcterms:created>
  <dcterms:modified xsi:type="dcterms:W3CDTF">2025-04-27T19:16:10Z</dcterms:modified>
</cp:coreProperties>
</file>